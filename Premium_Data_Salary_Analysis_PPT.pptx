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Premium Data Science Salary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Premkumar</a:t>
            </a:r>
          </a:p>
          <a:p>
            <a:r>
              <a:t>Made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Salary Distribution</a:t>
            </a:r>
          </a:p>
        </p:txBody>
      </p:sp>
      <p:pic>
        <p:nvPicPr>
          <p:cNvPr id="3" name="Picture 2" descr="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531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Remote Ratio vs Salary</a:t>
            </a:r>
          </a:p>
        </p:txBody>
      </p:sp>
      <p:pic>
        <p:nvPicPr>
          <p:cNvPr id="3" name="Picture 2" descr="remote_ratio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517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Company Size vs Salary</a:t>
            </a:r>
          </a:p>
        </p:txBody>
      </p:sp>
      <p:pic>
        <p:nvPicPr>
          <p:cNvPr id="3" name="Picture 2" descr="company_size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20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Experience Level vs Salary</a:t>
            </a:r>
          </a:p>
        </p:txBody>
      </p:sp>
      <p:pic>
        <p:nvPicPr>
          <p:cNvPr id="3" name="Picture 2" descr="experience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3327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